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33333"/>
                </a:solidFill>
              </a:defRPr>
            </a:pPr>
            <a:r>
              <a:t>AI News Collector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</a:defRPr>
            </a:pPr>
            <a:r>
              <a:t>AIニュースを自動収集し、ストーリー形式で毎朝届ける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2103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0" y="4389120"/>
            <a:ext cx="822960" cy="8229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349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自動収集</a:t>
            </a:r>
          </a:p>
        </p:txBody>
      </p:sp>
      <p:sp>
        <p:nvSpPr>
          <p:cNvPr id="8" name="Oval 7"/>
          <p:cNvSpPr/>
          <p:nvPr/>
        </p:nvSpPr>
        <p:spPr>
          <a:xfrm>
            <a:off x="4389120" y="4389120"/>
            <a:ext cx="822960" cy="822960"/>
          </a:xfrm>
          <a:prstGeom prst="ellipse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5349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ストーリー変換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4389120"/>
            <a:ext cx="822960" cy="82296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349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マルチ配信</a:t>
            </a:r>
          </a:p>
        </p:txBody>
      </p:sp>
      <p:sp>
        <p:nvSpPr>
          <p:cNvPr id="12" name="Oval 11"/>
          <p:cNvSpPr/>
          <p:nvPr/>
        </p:nvSpPr>
        <p:spPr>
          <a:xfrm>
            <a:off x="8595359" y="4389120"/>
            <a:ext cx="822960" cy="822960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39" y="5349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66666"/>
                </a:solidFill>
              </a:defRPr>
            </a:pPr>
            <a:r>
              <a:t>ナレッジ蓄積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想定課題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AI情報のキャッチアップに、こんな悩みはありませんか？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201168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48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情報過多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AIニュースは毎日大量に発信されるが、</a:t>
            </a:r>
            <a:br/>
            <a:r>
              <a:t>全てに目を通す時間がない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5303520" cy="201168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0" y="2194560"/>
            <a:ext cx="640080" cy="64008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148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ソース分散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8346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RSS・ニュースサイト・SNSなど情報源が</a:t>
            </a:r>
            <a:br/>
            <a:r>
              <a:t>バラバラで一元管理できない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5303520" cy="2011680"/>
          </a:xfrm>
          <a:prstGeom prst="roundRect">
            <a:avLst/>
          </a:prstGeom>
          <a:solidFill>
            <a:srgbClr val="F3E8FD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4480560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434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記録が残らない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読んだニュースが流れてしまい、</a:t>
            </a:r>
            <a:br/>
            <a:r>
              <a:t>後から検索・振り返りができない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297680"/>
            <a:ext cx="5303520" cy="20116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0" y="4480560"/>
            <a:ext cx="640080" cy="640080"/>
          </a:xfrm>
          <a:prstGeom prst="ellipse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434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読みにくい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1206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技術記事は専門的で読みにくく、</a:t>
            </a:r>
            <a:br/>
            <a:r>
              <a:t>要点の把握に時間がかかる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AI News Collector Bot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毎朝6時に自動実行。AIニュース3本を厳選し、読みやすいストーリー形式で配信します。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651760" cy="347472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2651760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71600" y="2651760"/>
            <a:ext cx="914400" cy="91440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33333"/>
                </a:solidFill>
              </a:defRPr>
            </a:pPr>
            <a:r>
              <a:t>自動収集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RSS / Webスクレイピング /</a:t>
            </a:r>
            <a:br/>
            <a:r>
              <a:t>NewsAPIから毎日3本を厳選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286000"/>
            <a:ext cx="2651760" cy="3474720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2286000"/>
            <a:ext cx="2651760" cy="54864"/>
          </a:xfrm>
          <a:prstGeom prst="rect">
            <a:avLst/>
          </a:prstGeom>
          <a:solidFill>
            <a:srgbClr val="0D9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51960" y="2651760"/>
            <a:ext cx="914400" cy="914400"/>
          </a:xfrm>
          <a:prstGeom prst="ellipse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749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33333"/>
                </a:solidFill>
              </a:defRPr>
            </a:pPr>
            <a:r>
              <a:t>ストーリー変換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97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STAR・英雄の旅 等の</a:t>
            </a:r>
            <a:br/>
            <a:r>
              <a:t>フレームワークで読みやすく変換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286000"/>
            <a:ext cx="2651760" cy="347472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286000"/>
            <a:ext cx="2651760" cy="54864"/>
          </a:xfrm>
          <a:prstGeom prst="rect">
            <a:avLst/>
          </a:prstGeom>
          <a:solidFill>
            <a:srgbClr val="E871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32320" y="2651760"/>
            <a:ext cx="914400" cy="91440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49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33333"/>
                </a:solidFill>
              </a:defRPr>
            </a:pPr>
            <a:r>
              <a:t>マルチ配信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Gmail (HTML) と</a:t>
            </a:r>
            <a:br/>
            <a:r>
              <a:t>LINE Notify で毎朝届く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2286000"/>
            <a:ext cx="2651760" cy="3474720"/>
          </a:xfrm>
          <a:prstGeom prst="roundRect">
            <a:avLst/>
          </a:prstGeom>
          <a:solidFill>
            <a:srgbClr val="F3E8FD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2286000"/>
            <a:ext cx="2651760" cy="54864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12680" y="2651760"/>
            <a:ext cx="914400" cy="914400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749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33333"/>
                </a:solidFill>
              </a:defRPr>
            </a:pPr>
            <a:r>
              <a:t>ナレッジ蓄積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4297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Markdown保存・タグ検索</a:t>
            </a:r>
            <a:br/>
            <a:r>
              <a:t>リアクション・月次サマリ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91840" y="4023360"/>
            <a:ext cx="137160" cy="0"/>
          </a:xfrm>
          <a:prstGeom prst="line">
            <a:avLst/>
          </a:prstGeom>
          <a:ln w="25400">
            <a:solidFill>
              <a:srgbClr val="1A7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72200" y="4023360"/>
            <a:ext cx="137160" cy="0"/>
          </a:xfrm>
          <a:prstGeom prst="line">
            <a:avLst/>
          </a:prstGeom>
          <a:ln w="25400">
            <a:solidFill>
              <a:srgbClr val="1A7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52560" y="4023360"/>
            <a:ext cx="137160" cy="0"/>
          </a:xfrm>
          <a:prstGeom prst="line">
            <a:avLst/>
          </a:prstGeom>
          <a:ln w="25400">
            <a:solidFill>
              <a:srgbClr val="1A7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システム構成図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5つのモジュールが連携して動作するパイプラインアーキテクチャ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2011680" cy="128016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Collector</a:t>
            </a:r>
            <a:br/>
            <a:r>
              <a:t>(ニュース収集)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560320"/>
            <a:ext cx="1828800" cy="1280160"/>
          </a:xfrm>
          <a:prstGeom prst="round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Selector</a:t>
            </a:r>
            <a:br/>
            <a:r>
              <a:t>(3本厳選)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2560320"/>
            <a:ext cx="2011680" cy="128016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Writer</a:t>
            </a:r>
            <a:br/>
            <a:r>
              <a:t>(ストーリー変換)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560320"/>
            <a:ext cx="2011680" cy="128016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Delivery</a:t>
            </a:r>
            <a:br/>
            <a:r>
              <a:t>(Gmail /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560320"/>
            <a:ext cx="1828800" cy="128016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Knowledge Base</a:t>
            </a:r>
            <a:br/>
            <a:r>
              <a:t>(Markdown保存)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3200400"/>
            <a:ext cx="457200" cy="0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54880" y="3200400"/>
            <a:ext cx="457200" cy="0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223760" y="3200400"/>
            <a:ext cx="457200" cy="0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692640" y="3200400"/>
            <a:ext cx="274320" cy="0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40233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RSS / Web /</a:t>
            </a:r>
            <a:br/>
            <a:r>
              <a:t>NewsAPI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233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重複排除</a:t>
            </a:r>
            <a:br/>
            <a:r>
              <a:t>スコアリング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0233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STAR / 英雄の旅</a:t>
            </a:r>
            <a:br/>
            <a:r>
              <a:t>Before-After /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0233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HTML変換</a:t>
            </a:r>
            <a:br/>
            <a:r>
              <a:t>リアクション付き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40233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YAML Frontmatter</a:t>
            </a:r>
            <a:br/>
            <a:r>
              <a:t>タグ / 検索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5120640"/>
            <a:ext cx="4114800" cy="1097280"/>
          </a:xfrm>
          <a:prstGeom prst="round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Feedback Server (FastAPI / Port 8321)</a:t>
            </a:r>
            <a:br/>
            <a:r>
              <a:t>リアクション受付 ← → ナレッジベース更新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8229600" y="3840480"/>
            <a:ext cx="2651760" cy="182880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89120" y="1554480"/>
            <a:ext cx="3200400" cy="640080"/>
          </a:xfrm>
          <a:prstGeom prst="round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⏰  Cron 毎朝 6:00 JST 自動実行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89320" y="2194560"/>
            <a:ext cx="0" cy="36576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主要機能一覧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4つの柱で構成される統合AIニュースシステム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12471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176272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73E8"/>
                </a:solidFill>
              </a:defRPr>
            </a:pPr>
            <a:r>
              <a:t>ニュース自動収集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RSS (feedparser) による定期フィード取得  |  BeautifulSoup による Webスクレイピング  |  NewsAPI 連携（キーワード: AI, LLM, GPT 等）  |  重複排除 &amp; 新鮮度スコアリングで3本厳選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154680"/>
            <a:ext cx="11247120" cy="1005840"/>
          </a:xfrm>
          <a:prstGeom prst="round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319272"/>
            <a:ext cx="640080" cy="640080"/>
          </a:xfrm>
          <a:prstGeom prst="ellipse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652"/>
                </a:solidFill>
              </a:defRPr>
            </a:pPr>
            <a:r>
              <a:t>ストーリーテリング変換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611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Claude API でニュースを物語形式に変換  |  4つのフレームワーク: STAR / 英雄の旅 / B-A-B / PAS  |  記事内容に応じて最適フレームワーク自動選定  |  Jinja2テンプレートでMarkdown生成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11247120" cy="1005840"/>
          </a:xfrm>
          <a:prstGeom prst="roundRect">
            <a:avLst/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462272"/>
            <a:ext cx="640080" cy="64008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43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710A"/>
                </a:solidFill>
              </a:defRPr>
            </a:pPr>
            <a:r>
              <a:t>マルチチャネル配信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Gmail API (OAuth2) による HTML メール送信  |  LINE Notify によるテキスト通知  |  リアクションボタン付きメール (⭐👍🤔📌)  |  HTMLテンプレートで見やすいデザイン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40680"/>
            <a:ext cx="11247120" cy="1005840"/>
          </a:xfrm>
          <a:prstGeom prst="roundRect">
            <a:avLst/>
          </a:prstGeom>
          <a:solidFill>
            <a:srgbClr val="F3E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5605272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486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B1FA2"/>
                </a:solidFill>
              </a:defRPr>
            </a:pPr>
            <a:r>
              <a:t>ナレッジベース &amp; フィードバック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897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YAML Frontmatter付きMarkdownで知識蓄積  |  FastAPI サーバー (Port 8321) でリアクション受付  |  タグ検索・全文検索・月次サマリ自動生成  |  カウンターベースの4段階リアクションシステム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① ニュース自動収集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3つのソースからAIニュースを収集し、最も価値の高い3本を自動選定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926080" cy="347472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286000"/>
            <a:ext cx="1828800" cy="82296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RSS</a:t>
            </a:r>
            <a:br/>
            <a:r>
              <a:t>フィード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feedparserライブラリで</a:t>
            </a:r>
            <a:br/>
            <a:r>
              <a:t>主要AIメディアのRSSを</a:t>
            </a:r>
            <a:br/>
            <a:r>
              <a:t>定期取得</a:t>
            </a:r>
            <a:br/>
            <a:br/>
            <a:r>
              <a:t>・TechCrunch AI</a:t>
            </a:r>
            <a:br/>
            <a:r>
              <a:t>・MIT Tech Review</a:t>
            </a:r>
            <a:br/>
            <a:r>
              <a:t>・AI専門ブログ 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103120"/>
            <a:ext cx="2926080" cy="34747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1828800" cy="822960"/>
          </a:xfrm>
          <a:prstGeom prst="round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Web</a:t>
            </a:r>
            <a:br/>
            <a:r>
              <a:t>スクレイピング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2918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BeautifulSoupで</a:t>
            </a:r>
            <a:br/>
            <a:r>
              <a:t>Webページから記事を</a:t>
            </a:r>
            <a:br/>
            <a:r>
              <a:t>自動抽出</a:t>
            </a:r>
            <a:br/>
            <a:br/>
            <a:r>
              <a:t>・タイトル / 本文</a:t>
            </a:r>
            <a:br/>
            <a:r>
              <a:t>・公開日 / ソース名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2103120"/>
            <a:ext cx="2926080" cy="3474720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2286000"/>
            <a:ext cx="1828800" cy="82296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NewsAPI</a:t>
            </a:r>
            <a:br/>
            <a:r>
              <a:t>連携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918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NewsAPI.orgから</a:t>
            </a:r>
            <a:br/>
            <a:r>
              <a:t>キーワード検索で取得</a:t>
            </a:r>
            <a:br/>
            <a:br/>
            <a:r>
              <a:t>・AI / LLM / GPT</a:t>
            </a:r>
            <a:br/>
            <a:r>
              <a:t>・機械学習 / 深層学習</a:t>
            </a:r>
            <a:br/>
            <a:r>
              <a:t>・最新24時間の記事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0" y="2103120"/>
            <a:ext cx="1645920" cy="731520"/>
          </a:xfrm>
          <a:prstGeom prst="round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重複排除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064240" y="2834640"/>
            <a:ext cx="0" cy="2743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241280" y="3108960"/>
            <a:ext cx="1645920" cy="73152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スコアリング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064240" y="3840480"/>
            <a:ext cx="0" cy="2743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241280" y="4114800"/>
            <a:ext cx="1645920" cy="73152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Top 3 選定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92640" y="3657600"/>
            <a:ext cx="548640" cy="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② ストーリーテリング変換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Claude APIが記事を分析し、最適なフレームワークで物語形式に変換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2697480" cy="3840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2148840" cy="64008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29184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73E8"/>
                </a:solidFill>
              </a:defRPr>
            </a:pPr>
            <a:r>
              <a:t>Situation → Task → Action →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17830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297680"/>
            <a:ext cx="2423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企業のAI導入事例など</a:t>
            </a:r>
            <a:br/>
            <a:r>
              <a:t>成果を伝えたい記事に最適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286000"/>
            <a:ext cx="2697480" cy="3840480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0" y="2468880"/>
            <a:ext cx="2148840" cy="64008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英雄の旅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29184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652"/>
                </a:solidFill>
              </a:defRPr>
            </a:pPr>
            <a:r>
              <a:t>日常 → 冒険 → 試練 → 帰還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4114800"/>
            <a:ext cx="17830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4297680"/>
            <a:ext cx="2423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技術革新・ブレイクスルー系の</a:t>
            </a:r>
            <a:br/>
            <a:r>
              <a:t>記事に最適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286000"/>
            <a:ext cx="2697480" cy="384048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0" y="2468880"/>
            <a:ext cx="2148840" cy="64008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Before/After</a:t>
            </a:r>
            <a:br/>
            <a:r>
              <a:t>/Bridge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29184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8710A"/>
                </a:solidFill>
              </a:defRPr>
            </a:pPr>
            <a:r>
              <a:t>課題 → 理想 → 解決策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4114800"/>
            <a:ext cx="17830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297680"/>
            <a:ext cx="2423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業務改善・効率化系の</a:t>
            </a:r>
            <a:br/>
            <a:r>
              <a:t>記事に最適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286000"/>
            <a:ext cx="2697480" cy="3840480"/>
          </a:xfrm>
          <a:prstGeom prst="roundRect">
            <a:avLst/>
          </a:prstGeom>
          <a:solidFill>
            <a:srgbClr val="F3E8FD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509760" y="2468880"/>
            <a:ext cx="2148840" cy="64008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PAS法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329184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B1FA2"/>
                </a:solidFill>
              </a:defRPr>
            </a:pPr>
            <a:r>
              <a:t>Problem → Agitate → Solution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4114800"/>
            <a:ext cx="17830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4297680"/>
            <a:ext cx="2423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問題解決・課題提起系の</a:t>
            </a:r>
            <a:br/>
            <a:r>
              <a:t>記事に最適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73E8"/>
                </a:solidFill>
              </a:defRPr>
            </a:pPr>
            <a:r>
              <a:t>💡 記事の内容をキーワード分析 → Claude APIが最適フレームワークを自動選定 → Jinja2テンプレートでMarkdown生成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③ マルチチャネル配信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Gmail (HTML) と LINE Notify で、毎朝読みやすいニュースダイジェストを届ける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03520" cy="41148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73E8"/>
                </a:solidFill>
              </a:defRPr>
            </a:pPr>
            <a:r>
              <a:t>📧  Gmail (HTML メール)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OAuth2 認証による安全な送信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HTMLテンプレートで美しいデザイン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リアクションボタン埋め込み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⭐ 素晴らしい / 👍 良い / 🤔 微妙 / 📌 後で読む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ワンクリックでフィードバック送信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レスポンシブ対応メール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5303520" cy="4114800"/>
          </a:xfrm>
          <a:prstGeom prst="round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D9652"/>
                </a:solidFill>
              </a:defRPr>
            </a:pPr>
            <a:r>
              <a:t>💬  LINE Notify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92608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LINE Notify API でプッシュ通知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テキスト形式で要点を簡潔に配信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各記事のタイトル + 要約 + リンク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スマホですぐに確認可能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通勤中・移動中に最適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✅  設定ONで個人LINE / グループに送信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④ フィードバック &amp; ナレッジベース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リアクションで評価 → 知識を蓄積 → 検索・振り返りが可能に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4389120"/>
          </a:xfrm>
          <a:prstGeom prst="roundRect">
            <a:avLst/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710A"/>
                </a:solidFill>
              </a:defRPr>
            </a:pPr>
            <a:r>
              <a:t>リアクションシステム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926080"/>
            <a:ext cx="457200" cy="45720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素晴らしい (excellent)    →    カウンター +1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74720"/>
            <a:ext cx="457200" cy="45720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74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良い (good)    →    カウンター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023360"/>
            <a:ext cx="457200" cy="45720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023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微妙 (so_so)    →    カウンター +1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571999"/>
            <a:ext cx="457200" cy="45720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57199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後で読む (read_later)    →    カウンター +1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710A"/>
                </a:solidFill>
              </a:defRPr>
            </a:pPr>
            <a:r>
              <a:t>RESTful API:  GET /api/reaction/{date}/{story_id}/{type}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69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FastAPI サーバー  |  Port 8321  |  自動Frontmatter更新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103120"/>
            <a:ext cx="5486400" cy="4389120"/>
          </a:xfrm>
          <a:prstGeom prst="roundRect">
            <a:avLst/>
          </a:prstGeom>
          <a:solidFill>
            <a:srgbClr val="F3E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286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B1FA2"/>
                </a:solidFill>
              </a:defRPr>
            </a:pPr>
            <a:r>
              <a:t>ナレッジベース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9260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📁  YAML Frontmatter付き Markdown で保存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🏷️  自動タグ付け &amp; カテゴリ分類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🔍  タグ検索 + 全文検索に対応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📊  月次サマリ自動生成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📅  日付ベースのディレクトリ構造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🔒  ファイルロックによる安全な並行更新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日次処理フロー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毎朝6:00 JSTに自動実行される一連の処理パイプライン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560320"/>
            <a:ext cx="1234440" cy="1005840"/>
          </a:xfrm>
          <a:prstGeom prst="round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6:00</a:t>
            </a:r>
            <a:br/>
            <a:r>
              <a:t>Cron起動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3025"/>
                </a:solidFill>
              </a:defRPr>
            </a:pPr>
            <a:r>
              <a:t>Step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2560320"/>
            <a:ext cx="1234440" cy="100584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RSS/Web/API</a:t>
            </a:r>
            <a:br/>
            <a:r>
              <a:t>ニュース収集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3E8"/>
                </a:solidFill>
              </a:defRPr>
            </a:pPr>
            <a:r>
              <a:t>Step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60320"/>
            <a:ext cx="1234440" cy="1005840"/>
          </a:xfrm>
          <a:prstGeom prst="round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重複排除</a:t>
            </a:r>
            <a:br/>
            <a:r>
              <a:t>3本厳選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9688"/>
                </a:solidFill>
              </a:defRPr>
            </a:pPr>
            <a:r>
              <a:t>Step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560320"/>
            <a:ext cx="1234440" cy="100584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フレームワーク</a:t>
            </a:r>
            <a:br/>
            <a:r>
              <a:t>自動選定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286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652"/>
                </a:solidFill>
              </a:defRPr>
            </a:pPr>
            <a:r>
              <a:t>Step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4572000"/>
            <a:ext cx="1234440" cy="100584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Claude API</a:t>
            </a:r>
            <a:br/>
            <a:r>
              <a:t>ストーリー変換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42976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652"/>
                </a:solidFill>
              </a:defRPr>
            </a:pPr>
            <a:r>
              <a:t>Step 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572000"/>
            <a:ext cx="1234440" cy="100584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Markdown</a:t>
            </a:r>
            <a:br/>
            <a:r>
              <a:t>生成・保存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2976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7B1FA2"/>
                </a:solidFill>
              </a:defRPr>
            </a:pPr>
            <a:r>
              <a:t>Step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4572000"/>
            <a:ext cx="1234440" cy="100584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Gmail</a:t>
            </a:r>
            <a:br/>
            <a:r>
              <a:t>HTML送信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2976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8710A"/>
                </a:solidFill>
              </a:defRPr>
            </a:pPr>
            <a:r>
              <a:t>Step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572000"/>
            <a:ext cx="1234440" cy="100584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LINE</a:t>
            </a:r>
            <a:br/>
            <a:r>
              <a:t>Notify送信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2976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8710A"/>
                </a:solidFill>
              </a:defRPr>
            </a:pPr>
            <a:r>
              <a:t>Step 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00200" y="3063240.0"/>
            <a:ext cx="1691640" cy="0.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26280" y="3063240.0"/>
            <a:ext cx="1691640" cy="0.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52360" y="3063240.0"/>
            <a:ext cx="1691640" cy="0.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761220.0" y="3566160"/>
            <a:ext cx="0.0" cy="100584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378440" y="5074920.0"/>
            <a:ext cx="1691640" cy="0.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52360" y="5074920.0"/>
            <a:ext cx="1691640" cy="0.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26280" y="5074920.0"/>
            <a:ext cx="1691640" cy="0.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828800" y="2194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</a:defRPr>
            </a:pPr>
            <a:r>
              <a:t>▶ ▶ ▶  ▶ ▶ ▶  ▶ ▶ 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活用シーン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様々なビジネスシーンで AI 情報のキャッチアップを効率化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20116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86000"/>
            <a:ext cx="640080" cy="64008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👨‍💻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402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エンジニア個人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毎朝の情報収集を自動化</a:t>
            </a:r>
            <a:br/>
            <a:r>
              <a:t>通勤中にLINEでAI動向をチェック</a:t>
            </a:r>
            <a:br/>
            <a:r>
              <a:t>ナレッジとして蓄積・検索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03120"/>
            <a:ext cx="5486400" cy="2011680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0" y="2286000"/>
            <a:ext cx="640080" cy="640080"/>
          </a:xfrm>
          <a:prstGeom prst="ellipse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2402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開発チーム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9260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チーム全員に同じニュースを共有</a:t>
            </a:r>
            <a:br/>
            <a:r>
              <a:t>リアクションで興味の傾向を把握</a:t>
            </a:r>
            <a:br/>
            <a:r>
              <a:t>月次レポートで振り返り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5486400" cy="201168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4572000"/>
            <a:ext cx="640080" cy="64008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マネージャー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技術トレンドを効率よく把握</a:t>
            </a:r>
            <a:br/>
            <a:r>
              <a:t>ストーリー形式で読みやすい</a:t>
            </a:r>
            <a:br/>
            <a:r>
              <a:t>意思決定の参考資料に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389120"/>
            <a:ext cx="5486400" cy="2011680"/>
          </a:xfrm>
          <a:prstGeom prst="roundRect">
            <a:avLst/>
          </a:prstGeom>
          <a:solidFill>
            <a:srgbClr val="F3E8FD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0" y="4572000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5262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学習者・研究者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2120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AI分野の最新動向を追跡</a:t>
            </a:r>
            <a:br/>
            <a:r>
              <a:t>タグ検索で関心領域を深掘り</a:t>
            </a:r>
            <a:br/>
            <a:r>
              <a:t>学習記録として活用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ここがスゴい！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他のニュースツールにはない、本ボットの差別化ポイント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1064240" cy="105156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2176272"/>
            <a:ext cx="685800" cy="68580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057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73E8"/>
                </a:solidFill>
              </a:defRPr>
            </a:pPr>
            <a:r>
              <a:t>AI × ストーリーテリング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単なる要約ではなく、STAR法・英雄の旅など4つのフレームワークで</a:t>
            </a:r>
            <a:br/>
            <a:r>
              <a:t>「読みたくなる物語」に変換。Claude APIが記事内容を理解し最適な手法を自動選定。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11064240" cy="1051560"/>
          </a:xfrm>
          <a:prstGeom prst="round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364992"/>
            <a:ext cx="685800" cy="685800"/>
          </a:xfrm>
          <a:prstGeom prst="ellipse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652"/>
                </a:solidFill>
              </a:defRPr>
            </a:pPr>
            <a:r>
              <a:t>完全自動パイプライン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611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収集→選定→変換→保存→配信まで全自動。Cron設定一つで毎朝届く。</a:t>
            </a:r>
            <a:br/>
            <a:r>
              <a:t>--dry-run や --date オプションでテスト・過去日実行も可能。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11064240" cy="1051560"/>
          </a:xfrm>
          <a:prstGeom prst="roundRect">
            <a:avLst/>
          </a:prstGeom>
          <a:solidFill>
            <a:srgbClr val="F3E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4553712"/>
            <a:ext cx="685800" cy="685800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B1FA2"/>
                </a:solidFill>
              </a:defRPr>
            </a:pPr>
            <a:r>
              <a:t>蓄積型ナレッジベース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8006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読み捨てではなく知識が蓄積される。YAML Frontmatter・タグ・全文検索で</a:t>
            </a:r>
            <a:br/>
            <a:r>
              <a:t>いつでも過去の記事を検索。月次サマリで傾向分析も。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11064240" cy="1051560"/>
          </a:xfrm>
          <a:prstGeom prst="roundRect">
            <a:avLst/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5742432"/>
            <a:ext cx="685800" cy="68580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623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710A"/>
                </a:solidFill>
              </a:defRPr>
            </a:pPr>
            <a:r>
              <a:t>フィードバックループ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59893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リアクション機能で「読んで終わり」にならない。カウンターベースの評価が</a:t>
            </a:r>
            <a:br/>
            <a:r>
              <a:t>Frontmatterに記録され、人気記事の傾向把握や今後の改善に活用可能。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技術スタック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信頼性の高いオープンソースライブラリとAPI群で構成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743200" cy="45720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言語・ランタイム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Python 3.11+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103120"/>
            <a:ext cx="2743200" cy="45720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AI /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651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Claude API (Anthropic)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2743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ニュース収集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51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feedparser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BeautifulSoup4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NewsAPI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2103120"/>
            <a:ext cx="2743200" cy="45720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テンプレート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2651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Jinja2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python-frontmatter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2743200" cy="45720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配信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Gmail API (OAuth2)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LINE Notify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389120"/>
            <a:ext cx="2743200" cy="457200"/>
          </a:xfrm>
          <a:prstGeom prst="roundRect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サーバー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937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FastAPI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uvicorn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389120"/>
            <a:ext cx="2743200" cy="45720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変換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37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markdown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Jinja2 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4389120"/>
            <a:ext cx="2743200" cy="45720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テスト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9377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pytest (219 tests)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• unittest.mock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導入・セットアップ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4ステップでセットアップ完了。すぐに使い始められます。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1064240" cy="105156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914400" cy="45720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057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73E8"/>
                </a:solidFill>
              </a:defRPr>
            </a:pPr>
            <a:r>
              <a:t>環境構築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468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git clone → cd ai-news-bot  |  bash setup.sh  |  (Python仮想環境 + 依存パッケージ自動インストール)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11064240" cy="1051560"/>
          </a:xfrm>
          <a:prstGeom prst="round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914400" cy="457200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246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652"/>
                </a:solidFill>
              </a:defRPr>
            </a:pPr>
            <a:r>
              <a:t>設定ファイル編集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657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.env に APIキーを設定:  |  • ANTHROPIC_API_KEY  |  • NEWS_API_KEY  |  • LINE_NOTIFY_TOKEN  |  • Gmail OAuth2 credentials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11064240" cy="1051560"/>
          </a:xfrm>
          <a:prstGeom prst="roundRect">
            <a:avLst/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914400" cy="45720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710A"/>
                </a:solidFill>
              </a:defRPr>
            </a:pPr>
            <a:r>
              <a:t>動作確認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846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python main.py --dry-run  |  (実際の送信なしでテスト実行)  |  python main.py --date 2026-02-26  |  (特定日のニュースを取得)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11064240" cy="1051560"/>
          </a:xfrm>
          <a:prstGeom prst="roundRect">
            <a:avLst/>
          </a:prstGeom>
          <a:solidFill>
            <a:srgbClr val="F3E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5852160"/>
            <a:ext cx="914400" cy="45720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B1FA2"/>
                </a:solidFill>
              </a:defRPr>
            </a:pPr>
            <a:r>
              <a:t>自動実行設定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60350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bash scripts/install_cron.sh  |  (毎朝6:00 JSTのCronジョブを登録)  |  python main.py --server  |  (フィードバックサーバー起動)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09728" cy="7315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API エンドポイント一覧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FastAPI サーバー (Port 8321) が提供する RESTful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1097280" cy="45720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2103120"/>
            <a:ext cx="5029200" cy="45720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Endpoint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2103120"/>
            <a:ext cx="4937760" cy="45720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説明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51760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15768"/>
            <a:ext cx="914400" cy="329184"/>
          </a:xfrm>
          <a:prstGeom prst="roundRect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697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/api/reaction/{date}/{story_id}/{type}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97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リアクション送信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54680"/>
            <a:ext cx="1106424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218688"/>
            <a:ext cx="914400" cy="329184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00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/api/stories/{date}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200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日付別ストーリー一覧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721608"/>
            <a:ext cx="914400" cy="329184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703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/api/stories/{date}/{story_id}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703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ストーリー詳細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60520"/>
            <a:ext cx="1106424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4224528"/>
            <a:ext cx="914400" cy="329184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206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/api/search?q=&amp;tag=&amp;min_rating=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206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ナレッジベース検索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727448"/>
            <a:ext cx="914400" cy="329184"/>
          </a:xfrm>
          <a:prstGeom prst="round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709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/api/summary/{year}/{month}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709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月次サマリ取得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230368"/>
            <a:ext cx="914400" cy="329184"/>
          </a:xfrm>
          <a:prstGeom prst="round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5212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/api/health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212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ヘルスチェック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733288"/>
            <a:ext cx="914400" cy="329184"/>
          </a:xfrm>
          <a:prstGeom prst="round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5715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/api/stats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715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統計情報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33333"/>
                </a:solidFill>
              </a:defRPr>
            </a:pPr>
            <a:r>
              <a:t>まとめ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828800"/>
            <a:ext cx="548640" cy="54864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874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毎朝6時、AIニュース3本を自動収集・厳選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560320"/>
            <a:ext cx="548640" cy="548640"/>
          </a:xfrm>
          <a:prstGeom prst="ellipse">
            <a:avLst/>
          </a:prstGeom>
          <a:solidFill>
            <a:srgbClr val="0D9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606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4つのストーリーテリングフレームワークで「読みたくなるニュース」に変換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3291840"/>
            <a:ext cx="548640" cy="54864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Gmail (HTML) + LINE Notify でマルチチャネル配信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4023360"/>
            <a:ext cx="548640" cy="548640"/>
          </a:xfrm>
          <a:prstGeom prst="ellipse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069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Markdownナレッジベースに蓄積。タグ検索・全文検索・月次サマリ対応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4754880"/>
            <a:ext cx="548640" cy="548640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800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カウンターベースのリアクション機能でフィードバックループを実現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5486400"/>
            <a:ext cx="548640" cy="548640"/>
          </a:xfrm>
          <a:prstGeom prst="ellipse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5532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219テスト全パス。品質保証済みの本番対応コード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73E8"/>
                </a:solidFill>
              </a:defRPr>
            </a:pPr>
            <a:r>
              <a:t>AI News Collector Bot  —  AIの最前線を、毎朝あなたの手元に。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