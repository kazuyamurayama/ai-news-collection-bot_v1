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eiryo UI"/>
              </a:defRPr>
            </a:pPr>
            <a:r>
              <a:t>AI News Collector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Meiryo UI"/>
              </a:defRPr>
            </a:pPr>
            <a:r>
              <a:t>毎朝6時、AIが届ける3本のストーリー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Meiryo UI"/>
              </a:defRPr>
            </a:pPr>
            <a:r>
              <a:t>ニュース収集 → AI要約 → ストーリーテリング → 自動配信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v1.0  |  全16スライド  | 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解決したい課題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Why we built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eiryo UI"/>
              </a:defRPr>
            </a:pPr>
            <a:r>
              <a:t>😫   毎朝のAIニュース収集に 30〜60分 かかる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eiryo UI"/>
              </a:defRPr>
            </a:pPr>
            <a:r>
              <a:t>🌐   情報源が多すぎて重要ニュースを見逃す（国内外11+ ソース）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51560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eiryo UI"/>
              </a:defRPr>
            </a:pPr>
            <a:r>
              <a:t>📄   記事の要約が浅く、ビジネスへの示唆が読み取れない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51560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eiryo UI"/>
              </a:defRPr>
            </a:pPr>
            <a:r>
              <a:t>🗂️   過去の記事を検索・振り返る仕組みがない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51560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eiryo UI"/>
              </a:defRPr>
            </a:pPr>
            <a:r>
              <a:t>📊   月次のAIトレンド把握に別途リサーチが必要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ソリューション概要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What the bot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🤖  完全自動化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毎朝 6:00 JST にcronで起動、人手ゼロ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39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59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📰  マルチソース収集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RSS 11件 + NewsAPI + Hacker News + Webスクレイピング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🧠  AIキュレーション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Claude APIで記事をスコアリング、上位3本を厳選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✍️  ストーリーテリング変換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STAR / Hero's Journey / BA Bridge / PAS から最適フレームワーク自動選択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79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599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📧  マルチチャネル配信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Gmail（HTML）+ LINE Notify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515600" cy="74980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📚  ナレッジベース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     Markdown保存・全文検索・タグ検索・月次サマリー自動生成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システムアーキテクチャ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5-Layer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280160"/>
            <a:ext cx="94183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109728" cy="822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25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8988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main.py  ─  全体制御・CLI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94183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286000"/>
            <a:ext cx="109728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331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eiryo UI"/>
              </a:defRPr>
            </a:pPr>
            <a:r>
              <a:t>Collection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9572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RSS / Scraping / NewsAPI / HN → 記事収集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91840"/>
            <a:ext cx="94183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3291840"/>
            <a:ext cx="109728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337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eiryo UI"/>
              </a:defRPr>
            </a:pPr>
            <a:r>
              <a:t>Content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0156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スコアリング → フレームワーク選択 → 物語生成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97680"/>
            <a:ext cx="94183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297680"/>
            <a:ext cx="109728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343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eiryo UI"/>
              </a:defRPr>
            </a:pPr>
            <a:r>
              <a:t>Delivery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40740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Gmail API (OAuth2) / LINE Notify → 配信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303520"/>
            <a:ext cx="94183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5303520"/>
            <a:ext cx="109728" cy="8229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349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Meiryo UI"/>
              </a:defRPr>
            </a:pPr>
            <a:r>
              <a:t>Knowledge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41324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Markdown保存 / 全文検索 / タグ / 月次集計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＋ Feedback Layer（FastAPI リアクションサーバー）/ Common Utils（Config・Logger・Retry）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データフロー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2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3827" y="251460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06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収集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34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RSS/API/</a:t>
            </a:r>
            <a:br/>
            <a:r>
              <a:t>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9667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970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6907" y="2514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14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Meiryo UI"/>
              </a:defRPr>
            </a:pPr>
            <a:r>
              <a:t>フィルタ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542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重複排除</a:t>
            </a:r>
            <a:br/>
            <a:r>
              <a:t>日付フィルタ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747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278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29987" y="25146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422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Meiryo UI"/>
              </a:defRPr>
            </a:pPr>
            <a:r>
              <a:t>選定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50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Claude AI</a:t>
            </a:r>
            <a:br/>
            <a:r>
              <a:t>スコアリング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5827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13067" y="2514600"/>
            <a:ext cx="548640" cy="5486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84FC"/>
                </a:solidFill>
                <a:latin typeface="Meiryo UI"/>
              </a:defRPr>
            </a:pPr>
            <a:r>
              <a:t>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158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ストーリー</a:t>
            </a:r>
            <a:br/>
            <a:r>
              <a:t>テリング変換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8907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894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96147" y="251460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038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Meiryo UI"/>
              </a:defRPr>
            </a:pPr>
            <a:r>
              <a:t>配信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466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Gmail</a:t>
            </a:r>
            <a:br/>
            <a:r>
              <a:t>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1987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2027" y="2286000"/>
            <a:ext cx="14630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9227" y="2514600"/>
            <a:ext cx="548640" cy="54864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3467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000"/>
                </a:solidFill>
                <a:latin typeface="Meiryo UI"/>
              </a:defRPr>
            </a:pPr>
            <a:r>
              <a:t>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7747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Markdown</a:t>
            </a:r>
            <a:br/>
            <a:r>
              <a:t>KB蓄積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eiryo UI"/>
              </a:defRPr>
            </a:pPr>
            <a:r>
              <a:t>⏱ 全工程 約3〜5分（毎朝6:00 JSTに自動実行）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ニュースソース（14ソース）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Multi-source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eiryo UI"/>
              </a:defRPr>
            </a:pPr>
            <a:r>
              <a:t>🌎  海外ソース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TechCrunch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VentureBeat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The Verge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Reddit r/MachineLearning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Reddit r/artificial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arXiv cs.AI / cs.CL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Hugging Face Blog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NewsAPI.org (API)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Hacker News / Algolia (API)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eiryo UI"/>
              </a:defRPr>
            </a:pPr>
            <a:r>
              <a:t>🇯🇵  国内ソース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ITmedia AI+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Publickey (RSS)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日経クロステック (Webスクレイピング)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Meiryo UI"/>
              </a:defRPr>
            </a:pPr>
            <a:r>
              <a:t>🏆  AIスコアリング基準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•  新規性 (Novelty)  5点 … 技術的進歩度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•  意外性 (Surprise)  5点 … ユースケースの新しさ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•  実用性 (Practicality)  5点 … ビジネス応用可能性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•  日本関連度 (JP Rel.)  3点 … 日本産業への関連性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Meiryo UI"/>
              </a:defRPr>
            </a:pPr>
            <a:r>
              <a:t>•  鮮度 (Freshness)  2点 … 記事の新しさ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ストーリーテリング変換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4 Narrative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eiryo UI"/>
              </a:defRPr>
            </a:pPr>
            <a:r>
              <a:t>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eiryo UI"/>
              </a:defRPr>
            </a:pPr>
            <a:r>
              <a:t>Situation → Task → Action →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技術導入事例や成果報告に最適。状況説明から成果まで論理的に展開。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109728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Meiryo UI"/>
              </a:defRPr>
            </a:pPr>
            <a:r>
              <a:t>Hero's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eiryo UI"/>
              </a:defRPr>
            </a:pPr>
            <a:r>
              <a:t>日常 → 課題 → 冒険 → 変革 → 帰還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革新的技術やブレイクスルーの物語に最適。感動的なナラティブを構築。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Meiryo UI"/>
              </a:defRPr>
            </a:pPr>
            <a:r>
              <a:t>BA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eiryo UI"/>
              </a:defRPr>
            </a:pPr>
            <a:r>
              <a:t>Before → After →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ビフォーアフターが明確な事例に最適。変化のインパクトを強調。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109728" cy="237744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00"/>
                </a:solidFill>
                <a:latin typeface="Meiryo UI"/>
              </a:defRPr>
            </a:pPr>
            <a:r>
              <a:t>PAS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Meiryo UI"/>
              </a:defRPr>
            </a:pPr>
            <a:r>
              <a:t>Problem → Agitation →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課題解決型のニュースに最適。問題意識を高めてから解決策を提示。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※ Claude AIが記事内容を分析し、最適なフレームワークを自動選択します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配信チャネル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Email &amp; LINE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📧  Gmail（メイン）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OAuth2 認証（セキュア）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HTML形式のリッチメール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3ストーリー + Today's Insight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リアクションボタン内蔵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  → Excellent / Good / Meh / Bookmark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レスポンシブデザイン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ダークモード対応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914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💬  LINE Notify（サブ）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LINE Notify API連携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サマリー形式（1,000文字以内）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記事タイトル + 概要 + URL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詳細はメールへ誘導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•  オプション機能（ON/OFF可能）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件名例: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00D2FF"/>
                </a:solidFill>
                <a:latin typeface="Meiryo UI"/>
              </a:defRPr>
            </a:pPr>
            <a:r>
              <a:t>[AI News] 2026/03/02 - GPT-5発表 + 2 others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ナレッジベース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Knowledge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📁  ファイル構成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knowledge_base/</a:t>
            </a:r>
            <a:br/>
            <a:r>
              <a:t>├── daily/</a:t>
            </a:r>
            <a:br/>
            <a:r>
              <a:t>│   ├── 2026-03-01_ai_news.md</a:t>
            </a:r>
            <a:br/>
            <a:r>
              <a:t>│   ├── 2026-02-28_ai_news.md</a:t>
            </a:r>
            <a:br/>
            <a:r>
              <a:t>│   └── ...</a:t>
            </a:r>
            <a:br/>
            <a:r>
              <a:t>└── monthly/</a:t>
            </a:r>
            <a:br/>
            <a:r>
              <a:t>    ├── 2026-02_summary.md</a:t>
            </a:r>
            <a:br/>
            <a:r>
              <a:t>    ├── 2026-01_summary.md</a:t>
            </a:r>
            <a:br/>
            <a:r>
              <a:t>    └──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🔍  検索・分析機能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全文テキスト検索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タグベース検索（技術ドメイン / 業種 / ユースケース）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リアクション評価でフィルタリング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Claude AIによる自動タグ付け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Meiryo UI"/>
              </a:defRPr>
            </a:pPr>
            <a:r>
              <a:t>📊  月次サマリー自動生成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トップ5 高評価記事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タグ頻度分析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リアクション統計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カテゴリトレンド</a:t>
            </a:r>
          </a:p>
          <a:p>
            <a:pPr algn="l">
              <a:spcBef>
                <a:spcPts val="5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Claude AIによる月間インサイト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リアクション・フィードバック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Feedback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📨  フィードバックフロー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eiryo UI"/>
              </a:defRPr>
            </a:pPr>
            <a:r>
              <a:t>メール受信 → リアクションボタンをクリック → FastAPIサーバーが受信 → Markdownファイルのfrontmatterを更新 → 次回の月次集計に反映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25603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25603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eiryo UI"/>
              </a:defRPr>
            </a:pPr>
            <a:r>
              <a:t>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eiryo UI"/>
              </a:defRPr>
            </a:pPr>
            <a:r>
              <a:t>Excellent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素晴らしい記事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657600"/>
            <a:ext cx="25603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657600"/>
            <a:ext cx="256032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eiryo UI"/>
              </a:defRPr>
            </a:pPr>
            <a:r>
              <a:t>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Meiryo UI"/>
              </a:defRPr>
            </a:pPr>
            <a:r>
              <a:t>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良い記事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25603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2560320" cy="7315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eiryo UI"/>
              </a:defRPr>
            </a:pPr>
            <a:r>
              <a:t>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00"/>
                </a:solidFill>
                <a:latin typeface="Meiryo UI"/>
              </a:defRPr>
            </a:pPr>
            <a:r>
              <a:t>Meh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普通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657600"/>
            <a:ext cx="25603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3657600"/>
            <a:ext cx="256032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eiryo UI"/>
              </a:defRPr>
            </a:pPr>
            <a:r>
              <a:t>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eiryo UI"/>
              </a:defRPr>
            </a:pPr>
            <a:r>
              <a:t>Bookmark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後で読む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技術: FastAPI + uvicorn  |  ポート: 8321  |  リアクションはMarkdown YAMLフロントマターに永続化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技術スタック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14884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14884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eiryo UI"/>
              </a:defRPr>
            </a:pPr>
            <a:r>
              <a:t>コア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3.11+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Claude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Anthropic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リアクションサーバー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280160"/>
            <a:ext cx="214884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1280160"/>
            <a:ext cx="21488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Meiryo UI"/>
              </a:defRPr>
            </a:pPr>
            <a:r>
              <a:t>データ収集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feedparser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RSS解析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BeautifulSoup4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Webスクレイピング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9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HTTP通信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280160"/>
            <a:ext cx="214884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280160"/>
            <a:ext cx="214884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eiryo UI"/>
              </a:defRPr>
            </a:pPr>
            <a:r>
              <a:t>コンテンツ生成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Jinja2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テンプレート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markdown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MD→HTML変換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python-frontmatter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YAML metadata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19" y="1280160"/>
            <a:ext cx="214884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19" y="1280160"/>
            <a:ext cx="214884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Meiryo UI"/>
              </a:defRPr>
            </a:pPr>
            <a:r>
              <a:t>配信・設定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Gmail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OAuth2メール送信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LINE Notify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メッセージ通知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PyYAML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設定管理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1280160"/>
            <a:ext cx="214884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1280160"/>
            <a:ext cx="2148840" cy="7315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00"/>
                </a:solidFill>
                <a:latin typeface="Meiryo UI"/>
              </a:defRPr>
            </a:pPr>
            <a:r>
              <a:t>テスト・運用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pytest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219テスト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cron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定時実行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python-dotenv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eiryo UI"/>
              </a:defRPr>
            </a:pPr>
            <a:r>
              <a:t>環境変数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プロジェクト構成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25 Python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0972800" cy="5394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ai-news-bot/</a:t>
            </a:r>
            <a:br/>
            <a:r>
              <a:t>├── src/</a:t>
            </a:r>
            <a:br/>
            <a:r>
              <a:t>│   ├── main.py              … オーケストレータ</a:t>
            </a:r>
            <a:br/>
            <a:r>
              <a:t>│   ├── collector/</a:t>
            </a:r>
            <a:br/>
            <a:r>
              <a:t>│   │   ├── rss_collector.py … RSS収集</a:t>
            </a:r>
            <a:br/>
            <a:r>
              <a:t>│   │   ├── scraper.py       … Webスクレイピング</a:t>
            </a:r>
            <a:br/>
            <a:r>
              <a:t>│   │   ├── api_collector.py … NewsAPI / HN</a:t>
            </a:r>
            <a:br/>
            <a:r>
              <a:t>│   │   └── selector.py      … AIスコアリング・選定</a:t>
            </a:r>
            <a:br/>
            <a:r>
              <a:t>│   ├── writer/</a:t>
            </a:r>
            <a:br/>
            <a:r>
              <a:t>│   │   ├── storyteller.py   … ストーリーテリング変換</a:t>
            </a:r>
            <a:br/>
            <a:r>
              <a:t>│   │   └── markdown_gen.py  … Markdown生成</a:t>
            </a:r>
            <a:br/>
            <a:r>
              <a:t>│   ├── delivery/</a:t>
            </a:r>
            <a:br/>
            <a:r>
              <a:t>│   │   ├── gmail_sender.py  … Gmail API送信</a:t>
            </a:r>
            <a:br/>
            <a:r>
              <a:t>│   │   ├── line_sender.py   … LINE Notify</a:t>
            </a:r>
            <a:br/>
            <a:r>
              <a:t>│   │   └── html_converter.py… HTML変換</a:t>
            </a:r>
            <a:br/>
            <a:r>
              <a:t>│   ├── feedback/</a:t>
            </a:r>
            <a:br/>
            <a:r>
              <a:t>│   │   ├── api_server.py    … FastAPIサーバー</a:t>
            </a:r>
            <a:br/>
            <a:r>
              <a:t>│   │   └── updater.py       … MD更新</a:t>
            </a:r>
            <a:br/>
            <a:r>
              <a:t>│   ├── knowledge/</a:t>
            </a:r>
            <a:br/>
            <a:r>
              <a:t>│   │   ├── search.py        … 検索エンジン</a:t>
            </a:r>
            <a:br/>
            <a:r>
              <a:t>│   │   ├── tagger.py        … 自動タグ付け</a:t>
            </a:r>
            <a:br/>
            <a:r>
              <a:t>│   │   └── summarizer.py    … 月次サマリー</a:t>
            </a:r>
            <a:br/>
            <a:r>
              <a:t>│   └── utils/</a:t>
            </a:r>
            <a:br/>
            <a:r>
              <a:t>│       ├── config.py        … 設定管理</a:t>
            </a:r>
            <a:br/>
            <a:r>
              <a:t>│       ├── logger.py        … ログ</a:t>
            </a:r>
            <a:br/>
            <a:r>
              <a:t>│       └── retry.py         … リトライ機構</a:t>
            </a:r>
            <a:br/>
            <a:r>
              <a:t>├── tests/                   … 219テスト</a:t>
            </a:r>
            <a:br/>
            <a:r>
              <a:t>├── templates/               … Jinja2テンプレート</a:t>
            </a:r>
            <a:br/>
            <a:r>
              <a:t>├── config.yaml              … 中央設定</a:t>
            </a:r>
            <a:br/>
            <a:r>
              <a:t>└── requirements.txt         … 16パッケージ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テスト結果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219 Tests — ALL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103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76"/>
                </a:solidFill>
                <a:latin typeface="Meiryo UI"/>
              </a:defRPr>
            </a:pPr>
            <a: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Total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280160"/>
            <a:ext cx="2103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76"/>
                </a:solidFill>
                <a:latin typeface="Meiryo UI"/>
              </a:defRPr>
            </a:pPr>
            <a:r>
              <a:t>219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280160"/>
            <a:ext cx="2103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  <a:latin typeface="Meiryo UI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1280160"/>
            <a:ext cx="2103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eiryo UI"/>
              </a:defRPr>
            </a:pPr>
            <a:r>
              <a:t>7.97s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実行時間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280160"/>
            <a:ext cx="2103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000"/>
                </a:solidFill>
                <a:latin typeface="Meiryo UI"/>
              </a:defRPr>
            </a:pPr>
            <a:r>
              <a:t>~82%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カバレッジ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11247120" cy="3383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eiryo UI"/>
              </a:defRPr>
            </a:pPr>
            <a:r>
              <a:t>テスト内訳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eiryo UI"/>
              </a:defRPr>
            </a:pPr>
            <a:r>
              <a:t>テストファイル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eiryo UI"/>
              </a:defRPr>
            </a:pPr>
            <a:r>
              <a:t>テスト数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eiryo UI"/>
              </a:defRPr>
            </a:pPr>
            <a:r>
              <a:t>カバー範囲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test_utils.py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Config, Logger,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test_collector.py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RSS, Scraping, APIs,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82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test_writer.py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82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82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Framework, Storytelling, 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66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test_delivery.py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266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66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HTML, Email, Reactions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50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test_feedback.py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650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API Endpoints, MD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test_integration.py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6035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Full Pipeline, Edge Cases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セットアップ手順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5 Steps to Get Started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 UI"/>
              </a:defRPr>
            </a:pPr>
            <a:r>
              <a:t>Clone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git clone &lt;repo&gt; &amp;&amp; cd ai-news-bot</a:t>
            </a:r>
            <a:br/>
            <a:r>
              <a:t>chmod +x setup.sh &amp;&amp; ./setup.sh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09728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eiryo UI"/>
              </a:defRPr>
            </a:pPr>
            <a:r>
              <a:t>API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cp .env.example .env</a:t>
            </a:r>
            <a:br/>
            <a:r>
              <a:t># ANTHROPIC_API_KEY を設定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7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83279"/>
            <a:ext cx="109728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566159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289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eiryo UI"/>
              </a:defRPr>
            </a:pPr>
            <a:r>
              <a:t>Gmail OAuth2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19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Google Cloud で OAuth2 クライアント作成</a:t>
            </a:r>
            <a:br/>
            <a:r>
              <a:t>credentials.json を配置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10972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61772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eiryo UI"/>
              </a:defRPr>
            </a:pPr>
            <a:r>
              <a:t>Test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2628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PYTHONPATH=. python -m pytest tests/ -v</a:t>
            </a:r>
            <a:br/>
            <a:r>
              <a:t>./scripts/run_once.sh --dry-run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09728" cy="9144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5669280"/>
            <a:ext cx="502920" cy="50292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00"/>
                </a:solidFill>
                <a:latin typeface="Meiryo UI"/>
              </a:defRPr>
            </a:pPr>
            <a:r>
              <a:t>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7784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./scripts/install_cron.sh</a:t>
            </a:r>
            <a:br/>
            <a:r>
              <a:t># 毎朝 6:00 JST に自動実行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eiryo UI"/>
              </a:defRPr>
            </a:pPr>
            <a:r>
              <a:t>前提: Python 3.11+  |  macOS / Linux / Windows (WSL2)  |  インターネット接続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eiryo UI"/>
              </a:defRPr>
            </a:pPr>
            <a:r>
              <a:t>今後のロードマップ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Future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eiryo UI"/>
              </a:defRPr>
            </a:pPr>
            <a:r>
              <a:t>Phase 1（現在）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MVP + Should-Have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自動ニュース収集・配信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ストーリーテリング変換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リアクション機能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ナレッジベース・月次集計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eiryo UI"/>
              </a:defRPr>
            </a:pPr>
            <a:r>
              <a:t>✅ 完了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eiryo U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拡張フェーズ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Slack / Teams連携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Docker コンテナ化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カスタムRSSフィード追加UI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配信時間カスタマイズ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eiryo UI"/>
              </a:defRPr>
            </a:pPr>
            <a:r>
              <a:t>📋 計画中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Meiryo UI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プラットフォーム化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Web UI ダッシュボード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RAGベースのQ&amp;A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クラウドデプロイ（AWS/GCP）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0">
                <a:solidFill>
                  <a:srgbClr val="E0E0E0"/>
                </a:solidFill>
                <a:latin typeface="Meiryo UI"/>
              </a:defRPr>
            </a:pPr>
            <a:r>
              <a:t>•  チーム・組織向け機能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Meiryo UI"/>
              </a:defRPr>
            </a:pPr>
            <a:r>
              <a:t>🔮 将来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73736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7556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📰   14ソースから毎朝自動でAIニュースを収集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3172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3500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🧠   Claude AIが記事をスコアリング・厳選（上位3本）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944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✍️   4つのフレームワークでストーリーテリング変換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52044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5387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📧   Gmail / LINE で自動配信、リアクション収集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11480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1330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📚   ナレッジベースに蓄積、検索・月次サマリー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709160"/>
            <a:ext cx="85039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274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eiryo UI"/>
              </a:defRPr>
            </a:pPr>
            <a:r>
              <a:t>✅   219テスト ALL PASS、カバレッジ ~82%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94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eiryo UI"/>
              </a:defRPr>
            </a:pPr>
            <a:r>
              <a:t>ご質問・ご意見をお待ちしています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eiryo UI"/>
              </a:defRPr>
            </a:pPr>
            <a:r>
              <a:t>AI News Collector Bot v1.0  |  毎日のAI情報収集を、ゼロ分に。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